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70" r:id="rId6"/>
    <p:sldId id="269" r:id="rId7"/>
    <p:sldId id="259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 autoAdjust="0"/>
    <p:restoredTop sz="79553" autoAdjust="0"/>
  </p:normalViewPr>
  <p:slideViewPr>
    <p:cSldViewPr snapToGrid="0">
      <p:cViewPr varScale="1">
        <p:scale>
          <a:sx n="82" d="100"/>
          <a:sy n="82" d="100"/>
        </p:scale>
        <p:origin x="837" y="3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48532-D575-4A51-ADFB-B53F101E93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03C4B-5FD1-46A0-BE99-4933910C40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03C4B-5FD1-46A0-BE99-4933910C40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03C4B-5FD1-46A0-BE99-4933910C40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03C4B-5FD1-46A0-BE99-4933910C40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03C4B-5FD1-46A0-BE99-4933910C40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在切换编译器过程中，不仅有软件包的构建的问题、运行问题，其实我们还遇到从低版本编译器切换到高版本编译器的差异，由于时间关系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03C4B-5FD1-46A0-BE99-4933910C40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321" y="3130104"/>
            <a:ext cx="2225816" cy="561467"/>
          </a:xfrm>
          <a:prstGeom prst="rect">
            <a:avLst/>
          </a:prstGeom>
        </p:spPr>
      </p:pic>
      <p:sp>
        <p:nvSpPr>
          <p:cNvPr id="10" name="标题 3"/>
          <p:cNvSpPr>
            <a:spLocks noGrp="1"/>
          </p:cNvSpPr>
          <p:nvPr>
            <p:ph type="title" hasCustomPrompt="1"/>
          </p:nvPr>
        </p:nvSpPr>
        <p:spPr>
          <a:xfrm>
            <a:off x="623321" y="4037199"/>
            <a:ext cx="8928000" cy="72000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z="4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主标题内容文字区域</a:t>
            </a:r>
            <a:endParaRPr kumimoji="1" lang="zh-CN" alt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19"/>
          <p:cNvSpPr>
            <a:spLocks noGrp="1"/>
          </p:cNvSpPr>
          <p:nvPr>
            <p:ph type="body" sz="quarter" idx="14" hasCustomPrompt="1"/>
          </p:nvPr>
        </p:nvSpPr>
        <p:spPr>
          <a:xfrm>
            <a:off x="623321" y="4914899"/>
            <a:ext cx="3600000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zh-CN" altLang="en-US" dirty="0"/>
              <a:t>单位：</a:t>
            </a:r>
            <a:endParaRPr lang="en-US" altLang="zh-CN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623321" y="5286375"/>
            <a:ext cx="3600000" cy="276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zh-CN" altLang="en-US" dirty="0"/>
              <a:t>汇报人：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2871283" y="3149227"/>
            <a:ext cx="2704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|</a:t>
            </a:r>
            <a:r>
              <a:rPr lang="en-US" altLang="zh-CN" sz="2800" b="1" dirty="0">
                <a:solidFill>
                  <a:srgbClr val="002FA7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 Compiler</a:t>
            </a:r>
            <a:r>
              <a:rPr lang="en-US" altLang="zh-CN" sz="2800" b="1" dirty="0">
                <a:latin typeface="Huawei Sans" panose="020C0503030203020204" pitchFamily="34" charset="0"/>
                <a:cs typeface="Huawei Sans" panose="020C0503030203020204" pitchFamily="34" charset="0"/>
              </a:rPr>
              <a:t> SIG</a:t>
            </a:r>
            <a:endParaRPr lang="zh-CN" altLang="en-US" sz="2800" b="1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29586"/>
            <a:ext cx="10515600" cy="4359458"/>
          </a:xfrm>
        </p:spPr>
        <p:txBody>
          <a:bodyPr>
            <a:normAutofit/>
          </a:bodyPr>
          <a:lstStyle>
            <a:lvl1pPr marL="457200" indent="-457200">
              <a:buAutoNum type="arabicPeriod"/>
              <a:defRPr sz="2200"/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0"/>
            <a:r>
              <a:rPr lang="zh-CN" altLang="en-US" dirty="0"/>
              <a:t>单击此处添加文本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32325" y="294104"/>
            <a:ext cx="8883624" cy="507831"/>
          </a:xfrm>
        </p:spPr>
        <p:txBody>
          <a:bodyPr wrap="square" lIns="102240" tIns="45720" rIns="91440" bIns="45720" anchor="ctr">
            <a:spAutoFit/>
          </a:bodyPr>
          <a:lstStyle>
            <a:lvl1pPr>
              <a:defRPr sz="3000"/>
            </a:lvl1pPr>
          </a:lstStyle>
          <a:p>
            <a:r>
              <a:rPr lang="zh-CN" altLang="en-US" dirty="0"/>
              <a:t>标题文字区域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32324" y="1234081"/>
            <a:ext cx="10841541" cy="435133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zh-CN" altLang="en-US" dirty="0"/>
              <a:t>此处为文字区域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1002" y="294104"/>
            <a:ext cx="1722863" cy="434596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9908524" y="728700"/>
            <a:ext cx="178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FA7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Compiler</a:t>
            </a:r>
            <a:r>
              <a:rPr lang="en-US" altLang="zh-CN" sz="2000" b="1" dirty="0">
                <a:latin typeface="Huawei Sans" panose="020C0503030203020204" pitchFamily="34" charset="0"/>
                <a:cs typeface="Huawei Sans" panose="020C0503030203020204" pitchFamily="34" charset="0"/>
              </a:rPr>
              <a:t> SIG</a:t>
            </a:r>
            <a:endParaRPr lang="zh-CN" altLang="en-US" sz="2000" b="1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（浅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30035" y="2994404"/>
            <a:ext cx="3445727" cy="869192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5875738" y="3105835"/>
            <a:ext cx="339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tx1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|</a:t>
            </a:r>
            <a:r>
              <a:rPr lang="en-US" altLang="zh-CN" sz="3600" b="1" dirty="0">
                <a:solidFill>
                  <a:srgbClr val="002FA7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 Compiler</a:t>
            </a:r>
            <a:r>
              <a:rPr lang="en-US" altLang="zh-CN" sz="3600" b="1" dirty="0">
                <a:latin typeface="Huawei Sans" panose="020C0503030203020204" pitchFamily="34" charset="0"/>
                <a:cs typeface="Huawei Sans" panose="020C0503030203020204" pitchFamily="34" charset="0"/>
              </a:rPr>
              <a:t> SIG</a:t>
            </a:r>
            <a:endParaRPr lang="zh-CN" altLang="en-US" sz="3600" b="1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0E300F0-0892-48D2-9223-FBD060D13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DBE4B31-86BE-4417-B8C4-D96246BE2F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21" y="4037199"/>
            <a:ext cx="10035714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SIG </a:t>
            </a:r>
            <a:r>
              <a:rPr lang="en-US" altLang="zh-CN" dirty="0"/>
              <a:t>Maintainer </a:t>
            </a:r>
            <a:r>
              <a:rPr lang="zh-CN" altLang="en-US" dirty="0"/>
              <a:t>成员</a:t>
            </a:r>
            <a:r>
              <a:rPr lang="zh-CN" altLang="en-US" dirty="0"/>
              <a:t>申请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736210" y="5264854"/>
            <a:ext cx="3600000" cy="324000"/>
          </a:xfrm>
        </p:spPr>
        <p:txBody>
          <a:bodyPr>
            <a:noAutofit/>
          </a:bodyPr>
          <a:lstStyle/>
          <a:p>
            <a:r>
              <a:rPr lang="zh-CN" altLang="en-US" dirty="0"/>
              <a:t>王强</a:t>
            </a:r>
            <a:r>
              <a:rPr lang="en-US" altLang="zh-CN" dirty="0"/>
              <a:t> https://gitee.com/wangqiang95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386328" y="389089"/>
            <a:ext cx="9185398" cy="423545"/>
          </a:xfrm>
          <a:prstGeom prst="rect">
            <a:avLst/>
          </a:prstGeom>
        </p:spPr>
        <p:txBody>
          <a:bodyPr vert="horz" wrap="square" lIns="1022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Maintainer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成员申请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2675" y="1461135"/>
            <a:ext cx="848931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成为</a:t>
            </a:r>
            <a:r>
              <a:rPr lang="en-US" altLang="zh-CN"/>
              <a:t>committer</a:t>
            </a:r>
            <a:r>
              <a:rPr lang="zh-CN" altLang="en-US"/>
              <a:t>日期：</a:t>
            </a:r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作为主要审阅者参与了</a:t>
            </a:r>
            <a:r>
              <a:rPr lang="en-US" altLang="zh-CN" b="1"/>
              <a:t>15</a:t>
            </a:r>
            <a:r>
              <a:rPr lang="zh-CN" altLang="en-US"/>
              <a:t>次</a:t>
            </a:r>
            <a:r>
              <a:rPr lang="en-US" altLang="zh-CN"/>
              <a:t>PR</a:t>
            </a:r>
            <a:r>
              <a:rPr lang="zh-CN" altLang="en-US"/>
              <a:t>的审阅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审阅或合并</a:t>
            </a:r>
            <a:r>
              <a:rPr lang="en-US" altLang="zh-CN"/>
              <a:t>50+</a:t>
            </a:r>
            <a:r>
              <a:rPr lang="zh-CN" altLang="en-US"/>
              <a:t>个基本</a:t>
            </a:r>
            <a:r>
              <a:rPr lang="en-US" altLang="zh-CN"/>
              <a:t>PR</a:t>
            </a:r>
            <a:r>
              <a:rPr lang="zh-CN" altLang="en-US"/>
              <a:t>到代码库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82675" y="3244850"/>
            <a:ext cx="9671050" cy="2445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近期</a:t>
            </a:r>
            <a:r>
              <a:rPr lang="zh-CN" altLang="en-US"/>
              <a:t>贡献：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[sw_64][compiler-rt] enable builtins https://gitee.com/openeuler/llvm-project/pulls/322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[sw_64][compiler-rt] Add target arch sw_64 in base-config-ix.cmake https://gitee.com/openeuler/llvm-project/pulls/317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[BackPort][SDAG][RISCV] Avoid neg instructions when lowering atomic_load_sub with a constant rhs https://gitee.com/openeuler/llvm-project/pulls/263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386328" y="389089"/>
            <a:ext cx="9185398" cy="423545"/>
          </a:xfrm>
          <a:prstGeom prst="rect">
            <a:avLst/>
          </a:prstGeom>
        </p:spPr>
        <p:txBody>
          <a:bodyPr vert="horz" wrap="square" lIns="1022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Maintainer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成员申请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2675" y="1376045"/>
            <a:ext cx="967105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近期</a:t>
            </a:r>
            <a:r>
              <a:rPr lang="zh-CN" altLang="en-US"/>
              <a:t>根社区贡献：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[RISC-V][GlobaISel] Legalize G_ATOMIC_CMPXCHG and G_ATOMIC_CMPXCHG_WITH_SUCCESS https://github.com/llvm/llvm-project/pull/157634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[RISCV][GlobalISel] Lower G_ATOMICRMW_SUB via G_ATOMICRMW_ADD https://github.com/llvm/llvm-project/pull/155972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[RISCV][GlobalISel] Legalize and select G_ATOMICRMW_ADD instruction https://github.com/llvm/llvm-project/pull/153791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[RISCV][GISel] Add MIR legalizer tests for G_UADDE (rv32 &amp; rv64) https://github.com/llvm/llvm-project/pull/152827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386328" y="389089"/>
            <a:ext cx="9185398" cy="423545"/>
          </a:xfrm>
          <a:prstGeom prst="rect">
            <a:avLst/>
          </a:prstGeom>
        </p:spPr>
        <p:txBody>
          <a:bodyPr vert="horz" wrap="square" lIns="1022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后续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工作方向</a:t>
            </a:r>
            <a:endParaRPr lang="zh-CN" altLang="en-US" sz="2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1555" y="1859915"/>
            <a:ext cx="969645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积极参与</a:t>
            </a:r>
            <a:r>
              <a:rPr lang="en-US" altLang="zh-CN"/>
              <a:t> SIG </a:t>
            </a:r>
            <a:r>
              <a:rPr lang="zh-CN" altLang="en-US"/>
              <a:t>的日常维护工作，包括代码审查、问题响应、版本集成等；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推动编译器相关组件（如</a:t>
            </a:r>
            <a:r>
              <a:rPr lang="en-US" altLang="zh-CN"/>
              <a:t> GCC</a:t>
            </a:r>
            <a:r>
              <a:rPr lang="zh-CN" altLang="en-US"/>
              <a:t>、</a:t>
            </a:r>
            <a:r>
              <a:rPr lang="en-US" altLang="zh-CN"/>
              <a:t>LLVM</a:t>
            </a:r>
            <a:r>
              <a:rPr lang="zh-CN" altLang="en-US"/>
              <a:t>、</a:t>
            </a:r>
            <a:r>
              <a:rPr lang="en-US" altLang="zh-CN"/>
              <a:t>Binutils </a:t>
            </a:r>
            <a:r>
              <a:rPr lang="zh-CN" altLang="en-US"/>
              <a:t>等）在</a:t>
            </a:r>
            <a:r>
              <a:rPr lang="en-US" altLang="zh-CN"/>
              <a:t> openEuler </a:t>
            </a:r>
            <a:r>
              <a:rPr lang="zh-CN" altLang="en-US"/>
              <a:t>中的持续优化与安全更新；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促进与上游社区（如</a:t>
            </a:r>
            <a:r>
              <a:rPr lang="en-US" altLang="zh-CN"/>
              <a:t> GCC</a:t>
            </a:r>
            <a:r>
              <a:rPr lang="zh-CN" altLang="en-US"/>
              <a:t>、</a:t>
            </a:r>
            <a:r>
              <a:rPr lang="en-US" altLang="zh-CN"/>
              <a:t>LLVM </a:t>
            </a:r>
            <a:r>
              <a:rPr lang="zh-CN" altLang="en-US"/>
              <a:t>官方社区）及硬件厂商的技术协同；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帮助新贡献者融入社区，分享编译器领域的最佳实践；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遵循</a:t>
            </a:r>
            <a:r>
              <a:rPr lang="en-US" altLang="zh-CN"/>
              <a:t> openEuler </a:t>
            </a:r>
            <a:r>
              <a:rPr lang="zh-CN" altLang="en-US"/>
              <a:t>的开源治理原则，以开放、透明、协作的方式推动技术演进。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Q2YjM3OTY5MDk1MDY4NDJhZDE1Mzg5NWJjOTVmZ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WPS 演示</Application>
  <PresentationFormat>宽屏</PresentationFormat>
  <Paragraphs>33</Paragraphs>
  <Slides>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Huawei Sans</vt:lpstr>
      <vt:lpstr>DejaVu Math TeX Gyre</vt:lpstr>
      <vt:lpstr>黑体</vt:lpstr>
      <vt:lpstr>Arial Unicode MS</vt:lpstr>
      <vt:lpstr>Calibri</vt:lpstr>
      <vt:lpstr>等线</vt:lpstr>
      <vt:lpstr>Office 主题​​</vt:lpstr>
      <vt:lpstr>Compiler SIG Maintainer 成员申请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Zhaochuanfeng (Steve)</dc:creator>
  <cp:lastModifiedBy>paper</cp:lastModifiedBy>
  <cp:revision>1558</cp:revision>
  <dcterms:created xsi:type="dcterms:W3CDTF">2021-09-22T17:27:00Z</dcterms:created>
  <dcterms:modified xsi:type="dcterms:W3CDTF">2025-12-30T03:30:52Z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(3)scq8LETNBKNZ+e/dK+LaGfds9ZoKdyDol+uLSYgC9paXoR3sBMdHmyNFgZnqyeQekdJ1rcE5
+Apilixy79GY2+ZIznrzW8dr8vq8+nPh4XGqzls9PGUGrHmSm008vtpcvKnFC/4GK7xLIx+n
N8Vkk2OjID5FY/cDRqbjdK22C6nIo2UVhMtZZsrOPWHFEvQaJW6tBGznxniHQSi0C0fSDKss
B+elOWsop3MNXf4woI</vt:lpwstr>
  </property>
  <property fmtid="{D5CDD505-2E9C-101B-9397-08002B2CF9AE}" pid="3" name="_2015_ms_pID_7253431">
    <vt:lpwstr>5ZsqTgwyW+KBj92iQ8g0KPfJWaDK5eALOxuTZHNVrIV37f37y5ietW
LMgwXoPmzRSs9sfZZ70TnpIelUY+b1AMxUvkFIcT7CAzzh4bbOgc8HSR0eeXGhI7Wa6kZm00
8zoLn8qeonirNvQwRaeURPPmdfEQQH2nXMkqbwuYo1Yw5SHYTje9AWNmx/h5AlcRjH22XOI8
80FiSPPkNxDDsm9ppQTYFlZaho5aJs+E0AiK</vt:lpwstr>
  </property>
  <property fmtid="{D5CDD505-2E9C-101B-9397-08002B2CF9AE}" pid="4" name="_readonly">
    <vt:lpwstr/>
  </property>
  <property fmtid="{D5CDD505-2E9C-101B-9397-08002B2CF9AE}" pid="5" name="_change">
    <vt:lpwstr/>
  </property>
  <property fmtid="{D5CDD505-2E9C-101B-9397-08002B2CF9AE}" pid="6" name="_full-control">
    <vt:lpwstr/>
  </property>
  <property fmtid="{D5CDD505-2E9C-101B-9397-08002B2CF9AE}" pid="7" name="sflag">
    <vt:lpwstr>1635123647</vt:lpwstr>
  </property>
  <property fmtid="{D5CDD505-2E9C-101B-9397-08002B2CF9AE}" pid="8" name="_2015_ms_pID_7253432">
    <vt:lpwstr>xg==</vt:lpwstr>
  </property>
  <property fmtid="{D5CDD505-2E9C-101B-9397-08002B2CF9AE}" pid="9" name="ICV">
    <vt:lpwstr>05107C7F14FF442EB6B8A2FB3FA9AAC5_13</vt:lpwstr>
  </property>
  <property fmtid="{D5CDD505-2E9C-101B-9397-08002B2CF9AE}" pid="10" name="KSOProductBuildVer">
    <vt:lpwstr>2052-12.1.0.24031</vt:lpwstr>
  </property>
</Properties>
</file>